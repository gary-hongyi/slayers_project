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0" d="100"/>
          <a:sy n="120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imoor Zahid (Staff)" userId="8e2cbc32-cfa8-45f3-a464-d4a41fce49a1" providerId="ADAL" clId="{78AE76B7-35E5-4B68-BBC0-6246DF42C01D}"/>
    <pc:docChg chg="mod modSld">
      <pc:chgData name="Taimoor Zahid (Staff)" userId="8e2cbc32-cfa8-45f3-a464-d4a41fce49a1" providerId="ADAL" clId="{78AE76B7-35E5-4B68-BBC0-6246DF42C01D}" dt="2026-06-04T04:58:37.801" v="3" actId="14100"/>
      <pc:docMkLst>
        <pc:docMk/>
      </pc:docMkLst>
      <pc:sldChg chg="modSp mod">
        <pc:chgData name="Taimoor Zahid (Staff)" userId="8e2cbc32-cfa8-45f3-a464-d4a41fce49a1" providerId="ADAL" clId="{78AE76B7-35E5-4B68-BBC0-6246DF42C01D}" dt="2026-06-04T04:58:19.925" v="2" actId="14100"/>
        <pc:sldMkLst>
          <pc:docMk/>
          <pc:sldMk cId="1177317420" sldId="257"/>
        </pc:sldMkLst>
        <pc:spChg chg="mod">
          <ac:chgData name="Taimoor Zahid (Staff)" userId="8e2cbc32-cfa8-45f3-a464-d4a41fce49a1" providerId="ADAL" clId="{78AE76B7-35E5-4B68-BBC0-6246DF42C01D}" dt="2026-06-04T04:58:19.925" v="2" actId="14100"/>
          <ac:spMkLst>
            <pc:docMk/>
            <pc:sldMk cId="1177317420" sldId="257"/>
            <ac:spMk id="3" creationId="{85AFFD69-9C61-ACB2-2BB1-943C3BFC0179}"/>
          </ac:spMkLst>
        </pc:spChg>
      </pc:sldChg>
      <pc:sldChg chg="modSp mod">
        <pc:chgData name="Taimoor Zahid (Staff)" userId="8e2cbc32-cfa8-45f3-a464-d4a41fce49a1" providerId="ADAL" clId="{78AE76B7-35E5-4B68-BBC0-6246DF42C01D}" dt="2026-06-04T04:56:48.379" v="0" actId="14100"/>
        <pc:sldMkLst>
          <pc:docMk/>
          <pc:sldMk cId="1420592957" sldId="260"/>
        </pc:sldMkLst>
        <pc:spChg chg="mod">
          <ac:chgData name="Taimoor Zahid (Staff)" userId="8e2cbc32-cfa8-45f3-a464-d4a41fce49a1" providerId="ADAL" clId="{78AE76B7-35E5-4B68-BBC0-6246DF42C01D}" dt="2026-06-04T04:56:48.379" v="0" actId="14100"/>
          <ac:spMkLst>
            <pc:docMk/>
            <pc:sldMk cId="1420592957" sldId="260"/>
            <ac:spMk id="3" creationId="{32025DC1-102A-0530-8D66-FD2AC58E1A30}"/>
          </ac:spMkLst>
        </pc:spChg>
      </pc:sldChg>
      <pc:sldChg chg="modSp mod">
        <pc:chgData name="Taimoor Zahid (Staff)" userId="8e2cbc32-cfa8-45f3-a464-d4a41fce49a1" providerId="ADAL" clId="{78AE76B7-35E5-4B68-BBC0-6246DF42C01D}" dt="2026-06-04T04:58:37.801" v="3" actId="14100"/>
        <pc:sldMkLst>
          <pc:docMk/>
          <pc:sldMk cId="2229704207" sldId="263"/>
        </pc:sldMkLst>
        <pc:spChg chg="mod">
          <ac:chgData name="Taimoor Zahid (Staff)" userId="8e2cbc32-cfa8-45f3-a464-d4a41fce49a1" providerId="ADAL" clId="{78AE76B7-35E5-4B68-BBC0-6246DF42C01D}" dt="2026-06-04T04:58:37.801" v="3" actId="14100"/>
          <ac:spMkLst>
            <pc:docMk/>
            <pc:sldMk cId="2229704207" sldId="263"/>
            <ac:spMk id="3" creationId="{CA12954C-AB57-CCE6-DB22-ADA911B385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71EC-99AC-5DA4-CF82-FDDCE86D3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3F30A-AB44-4D6E-CC46-477F1214B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F261C-BAE4-DA3F-D777-A9930F5B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3B098-4A9D-A8D7-0FDB-3CDD2966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6B0D4-0640-94F7-62D8-598941B3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74BD4-D540-6651-A3B8-B14A6BCC9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C529B-DCBE-F445-40BB-DDE2DDF53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02BB8-4196-66E2-29E6-94AAECCC8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7C1FE-266B-8AD1-F125-D9663512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DE72F-4A0E-0FCD-1B88-2C1D74823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11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FA755-98C8-733E-13AF-DB3A6FBF7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D203C-983E-6ED9-2644-B9A2D5FF9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B434B-C1A7-20B8-0E66-CD066292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6F199-BAD8-783E-341B-874A49983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F0BAD-135A-9101-DA6E-BAD6DEAD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8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9D90-CF7F-F02D-D9C4-1196F080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692F3-E97F-F259-B498-FE4DDD371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D9BB4-66D5-6DDB-7979-C8688B261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F3A3E-3C81-E48C-099A-FBB2E858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37255-698E-559C-9CEB-2722B7069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03B66-EA10-C7C6-EFC0-F2AA501F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64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67917-166F-9313-63BE-2EE6BE74E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3A70E-440A-B242-6589-8D2C5A678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CAA6B-57D8-02EB-1297-744BF92C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DA20A-2E31-A1BC-0EB7-49E20DF21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95875-23A0-5584-3760-70C6571DF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CF49B-CC1A-3C05-6A51-6DF1C129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0F8A8C-A2A3-CB10-3B86-CE9EE1F0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C0742B-D9EA-42E7-47CD-417A9393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74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4B25-87CA-E1D3-45B5-F6D95076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6167FD-C545-8E2B-7C0A-B91947CE0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6B625-8030-38C4-CF50-3943D7553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B745D-065B-766B-4CB5-B35AB883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5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4DF39-8930-E8F7-65DA-026D9968E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388BB1-EDFC-094B-280A-1CC5903E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BC316-EFD7-64F0-F34D-C4A8A9B40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8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BEABE-363F-4F7B-B3B2-3FB09A00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5D9D-3BB3-5D12-03B6-BE0B4E4B4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75F9A-16AC-2D5F-3301-98CE505A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057D4-F858-8D1C-DA9B-68C09FAC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2C365-52BA-503B-248F-11609F3D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F785B-1D2E-6B73-82C7-3211126F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6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AF49-679D-6899-C9D6-3EC666D4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847394-B6C9-90D1-006F-212BC7E14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17A8A-0019-B544-EC27-C0EEA1614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3729E-9516-827F-C93C-3A5D9321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E4802-5B86-FC0D-F2B0-123C9F87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E9E3C-A67E-FDED-4C6E-9A89B77F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0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7039-06D9-8498-E36D-80879EE78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11C13-9271-66AC-6058-A68C02767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7E4E0-4B4C-918C-97F3-DDE777D0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449B0-811F-63C5-DA6E-7EDE9BBA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F5973-C234-6A44-D81D-23E10E25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1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60DC10-0214-F24F-A305-44398F9C6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35F6F-184B-293F-8B24-BEBBAD7C2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9217C-AA0D-9CF4-3B6F-6DA8525DC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B9D3B-651B-F22F-14A2-3225644E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37710-16DB-F7F0-D377-44382B9B5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2BA6A8-0F4C-B887-08E7-5F5951996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E2FD0-FB15-0C5F-3A6D-BE69ECFD8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FFE97-DE07-5DED-01AB-CE7017833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FFEF1-3D6F-7148-BDF3-ED3674DC193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EDD3B-71CA-F6BC-0C93-27965B181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970C4-ADCF-B8FB-F132-C0CC633F5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D35E3-53D2-764A-B03E-AB7519DF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1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1BCD-FD8C-CC2B-93DD-73B9F11CE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Name of your social media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40CC0-0C1B-C726-405C-3475904F92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 of your group</a:t>
            </a:r>
          </a:p>
          <a:p>
            <a:r>
              <a:rPr lang="en-US" dirty="0"/>
              <a:t>Group members</a:t>
            </a:r>
          </a:p>
        </p:txBody>
      </p:sp>
    </p:spTree>
    <p:extLst>
      <p:ext uri="{BB962C8B-B14F-4D97-AF65-F5344CB8AC3E}">
        <p14:creationId xmlns:p14="http://schemas.microsoft.com/office/powerpoint/2010/main" val="3660563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579D-8078-8921-599B-C55055EA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FFD69-9C61-ACB2-2BB1-943C3BFC0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69297"/>
          </a:xfrm>
        </p:spPr>
        <p:txBody>
          <a:bodyPr/>
          <a:lstStyle/>
          <a:p>
            <a:r>
              <a:rPr lang="en-US" dirty="0"/>
              <a:t>Talk about what is social media?</a:t>
            </a:r>
          </a:p>
          <a:p>
            <a:r>
              <a:rPr lang="en-US" dirty="0"/>
              <a:t>What is the goal of your project?</a:t>
            </a:r>
          </a:p>
          <a:p>
            <a:r>
              <a:rPr lang="en-US" dirty="0"/>
              <a:t>What considerations you should make to deliver your projects?</a:t>
            </a:r>
          </a:p>
          <a:p>
            <a:r>
              <a:rPr lang="en-US" dirty="0"/>
              <a:t>What are the important features of your designed software?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1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5856E-8A24-44D7-FC90-3A0B88C3F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4315C-54DF-539E-B5C7-40C6BD97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remember to use the right language when writing the requirements. Refer to Java module</a:t>
            </a:r>
          </a:p>
        </p:txBody>
      </p:sp>
    </p:spTree>
    <p:extLst>
      <p:ext uri="{BB962C8B-B14F-4D97-AF65-F5344CB8AC3E}">
        <p14:creationId xmlns:p14="http://schemas.microsoft.com/office/powerpoint/2010/main" val="345165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2EC9-75DC-AA64-F2D6-3EAD08F2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 of your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86FE2-1F5C-8537-AA5E-B0DBC3BF0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 or block diagram of your software</a:t>
            </a:r>
          </a:p>
          <a:p>
            <a:r>
              <a:rPr lang="en-US" dirty="0"/>
              <a:t>Note that this diagram or pseudocode must be general, simple, and easy to understand to show the overall methodology of your software design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54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9E4B-9C0C-307E-9333-081ADF58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25DC1-102A-0530-8D66-FD2AC58E1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43578"/>
          </a:xfrm>
        </p:spPr>
        <p:txBody>
          <a:bodyPr/>
          <a:lstStyle/>
          <a:p>
            <a:r>
              <a:rPr lang="en-US" dirty="0"/>
              <a:t>Go into more details of your methodology. At each stage define the data structure you have used and explain why you made that decision</a:t>
            </a:r>
          </a:p>
        </p:txBody>
      </p:sp>
    </p:spTree>
    <p:extLst>
      <p:ext uri="{BB962C8B-B14F-4D97-AF65-F5344CB8AC3E}">
        <p14:creationId xmlns:p14="http://schemas.microsoft.com/office/powerpoint/2010/main" val="142059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8B883-28FC-5E59-9239-35F9868A8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3616A-CD4E-0276-7C9F-2F1A35D07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some screenshots of your software and how it works and discuss how your decisions in developing the methodology affects the final software</a:t>
            </a:r>
          </a:p>
        </p:txBody>
      </p:sp>
    </p:spTree>
    <p:extLst>
      <p:ext uri="{BB962C8B-B14F-4D97-AF65-F5344CB8AC3E}">
        <p14:creationId xmlns:p14="http://schemas.microsoft.com/office/powerpoint/2010/main" val="1245507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5BA3-2A8A-EA10-206E-E7981EDC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FAA4C-48D3-4018-EE29-9E725B034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each member contribution</a:t>
            </a:r>
          </a:p>
        </p:txBody>
      </p:sp>
    </p:spTree>
    <p:extLst>
      <p:ext uri="{BB962C8B-B14F-4D97-AF65-F5344CB8AC3E}">
        <p14:creationId xmlns:p14="http://schemas.microsoft.com/office/powerpoint/2010/main" val="2061258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C68C-0711-3E6D-343B-99B393130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remarks for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2954C-AB57-CCE6-DB22-ADA911B38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83050"/>
          </a:xfrm>
        </p:spPr>
        <p:txBody>
          <a:bodyPr/>
          <a:lstStyle/>
          <a:p>
            <a:r>
              <a:rPr lang="en-US" dirty="0"/>
              <a:t>Overall you have 15 minutes to present your work. Make sure that all the members of the group present one part of the presentation (</a:t>
            </a:r>
            <a:r>
              <a:rPr lang="en-US" dirty="0" err="1"/>
              <a:t>e.g</a:t>
            </a:r>
            <a:r>
              <a:rPr lang="en-US" dirty="0"/>
              <a:t> 5 minutes each)</a:t>
            </a:r>
          </a:p>
          <a:p>
            <a:r>
              <a:rPr lang="en-US" dirty="0"/>
              <a:t>There would be 5 minutes of Q&amp;A by the panel, technical and English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70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210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Name of your social media</vt:lpstr>
      <vt:lpstr>Introduction</vt:lpstr>
      <vt:lpstr>Design requirements</vt:lpstr>
      <vt:lpstr>Block diagram of your software</vt:lpstr>
      <vt:lpstr>Methodology</vt:lpstr>
      <vt:lpstr>Results</vt:lpstr>
      <vt:lpstr>Contributions</vt:lpstr>
      <vt:lpstr>Important remarks for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your social media</dc:title>
  <dc:creator>Pardis Biglarbeigi (Staff)</dc:creator>
  <cp:lastModifiedBy>Taimoor Zahid (Staff)</cp:lastModifiedBy>
  <cp:revision>1</cp:revision>
  <dcterms:created xsi:type="dcterms:W3CDTF">2023-06-08T07:17:37Z</dcterms:created>
  <dcterms:modified xsi:type="dcterms:W3CDTF">2026-06-04T04:58:38Z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18d1e0-f5d7-4da7-8ddd-3b83021a2c85_Enabled">
    <vt:lpwstr>true</vt:lpwstr>
  </property>
  <property fmtid="{D5CDD505-2E9C-101B-9397-08002B2CF9AE}" pid="3" name="MSIP_Label_a618d1e0-f5d7-4da7-8ddd-3b83021a2c85_SetDate">
    <vt:lpwstr>2026-06-04T04:56:58Z</vt:lpwstr>
  </property>
  <property fmtid="{D5CDD505-2E9C-101B-9397-08002B2CF9AE}" pid="4" name="MSIP_Label_a618d1e0-f5d7-4da7-8ddd-3b83021a2c85_Method">
    <vt:lpwstr>Standard</vt:lpwstr>
  </property>
  <property fmtid="{D5CDD505-2E9C-101B-9397-08002B2CF9AE}" pid="5" name="MSIP_Label_a618d1e0-f5d7-4da7-8ddd-3b83021a2c85_Name">
    <vt:lpwstr>Private</vt:lpwstr>
  </property>
  <property fmtid="{D5CDD505-2E9C-101B-9397-08002B2CF9AE}" pid="6" name="MSIP_Label_a618d1e0-f5d7-4da7-8ddd-3b83021a2c85_SiteId">
    <vt:lpwstr>ae323139-093a-4d2a-81a6-5d334bcd9019</vt:lpwstr>
  </property>
  <property fmtid="{D5CDD505-2E9C-101B-9397-08002B2CF9AE}" pid="7" name="MSIP_Label_a618d1e0-f5d7-4da7-8ddd-3b83021a2c85_ActionId">
    <vt:lpwstr>bf0c779a-4b80-410d-9102-a6dda4453a0d</vt:lpwstr>
  </property>
  <property fmtid="{D5CDD505-2E9C-101B-9397-08002B2CF9AE}" pid="8" name="MSIP_Label_a618d1e0-f5d7-4da7-8ddd-3b83021a2c85_ContentBits">
    <vt:lpwstr>0</vt:lpwstr>
  </property>
  <property fmtid="{D5CDD505-2E9C-101B-9397-08002B2CF9AE}" pid="9" name="MSIP_Label_a618d1e0-f5d7-4da7-8ddd-3b83021a2c85_Tag">
    <vt:lpwstr>10, 3, 0, 1</vt:lpwstr>
  </property>
</Properties>
</file>